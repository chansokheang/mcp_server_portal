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 in one slide. Left to right: the assistant the employee already uses, the control layer, the products. The gateway's job is identity, policy, credentials and audit; the products are never modified.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replaces the 'safe execution principles' box with the actual sequence a call goes through. Steps 1 to 6 are all implemented and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status: the pilot is running with four products; the rest reuse the same registration path. Approval-line integration for execution is design work, not yet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MCP-based AI Gateway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Webcash Group products become tools inside the AI assistants employees already use. The client speaks MCP to the gateway; the gateway speaks each product's own auth.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1965960" cy="2788920"/>
          </a:xfrm>
          <a:prstGeom prst="roundRect">
            <a:avLst>
              <a:gd name="adj" fmla="val 2791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ChatGPT · Claude Desktop · any MCP client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8483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asks in plain language. The assistant chooses tools from the gateway's catalogue and calls them.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971800"/>
            <a:ext cx="1645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017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this month's items missing receipts and ask the responsible team to act.”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1188720"/>
            <a:ext cx="37490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13258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REGISTRY + AI GATEWAY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layer, one process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1901952"/>
            <a:ext cx="338328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1800" y="190195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90195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signs the employee in through the gateway's own OAuth. Every call carries who they are, their company and groups.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880360" y="2404872"/>
            <a:ext cx="338328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71800" y="240487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24048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use a gateway, a product, a tool. Reads on by default; writes enabled one by one, with confirmation.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880360" y="2907792"/>
            <a:ext cx="3383280" cy="438912"/>
          </a:xfrm>
          <a:prstGeom prst="rect">
            <a:avLst/>
          </a:prstGeom>
          <a:solidFill>
            <a:srgbClr val="E6F4F1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71800" y="290779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broker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9077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holds each product's credential for that employee: OAuth link, login, or service token. The client never sees them.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880360" y="3410712"/>
            <a:ext cx="338328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71800" y="3410712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341071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and every refusal recorded with the reason. Every sign-in step recorded.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766560" y="1188720"/>
            <a:ext cx="1965960" cy="2788920"/>
          </a:xfrm>
          <a:prstGeom prst="roundRect">
            <a:avLst>
              <a:gd name="adj" fmla="val 2791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13258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APIS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49440" y="1572768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0" y="16093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1810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expenses, travel, compliance · REST + OpenAPI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949440" y="2157984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40880" y="21945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23957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tasks, wiki · MCP server, per-user OAuth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949440" y="2743200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40880" y="27797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COOCON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29809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bank, card, tax data · REST, per-user login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949440" y="3328416"/>
            <a:ext cx="16459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40880" y="33649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Gyeongrinara, Branch Q, rERP Q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7040880" y="3566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registration, no code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404872" y="2331720"/>
            <a:ext cx="292608" cy="237744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73952" y="2331720"/>
            <a:ext cx="292608" cy="237744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4114800"/>
            <a:ext cx="8321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4306824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" y="42062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78308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by default within the employee's scope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328416" y="4306824"/>
            <a:ext cx="164592" cy="16459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84448" y="42062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Register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4544568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after the employee confirms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089904" y="4306824"/>
            <a:ext cx="164592" cy="16459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45936" y="42062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· Settle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7306056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the product's own approval line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MCP-based AI Gateway  ·  Webcash Group × AI Convergence Lab, CBNU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request goes through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asked: “Match my receipts to my approved trips and flag the rest.” The assistant makes two tool calls. This is what happens to each.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399032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399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calling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1856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carries a token issued when the employee signed in. Expired or missing: the gateway answers with where to sign in.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1399032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04488" y="1399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they be here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1856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for this gateway, then for this product, then for this tool. Refused with the reason if not.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399032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535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39128" y="1399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their data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45352" y="1856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argument naming another company is refused. The employee's company comes from the token, not from the prompt.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651760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2816352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69848" y="28163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credential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" y="32735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swaps in the product's own credential for this employee: Flow's OAuth token, COOCON's login session, or a service token.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2651760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0712" y="2816352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1071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904488" y="28163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and filter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10712" y="32735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answers. Rows for other companies are dropped before the assistant sees them.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80760" y="2651760"/>
            <a:ext cx="265176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45352" y="2816352"/>
            <a:ext cx="384048" cy="384048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45352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8163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245352" y="327355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which tool, arguments, outcome, reason: one audit line. Denials are recorded too.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11480" y="4206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running system: a refused write (“tool is disabled”), a refused cross-company lookup, and a successful chain across Flow, COOCON, TravelExpense and Compliance in one chat.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MCP-based AI Gateway  ·  Webcash Group × AI Convergence Lab, CBNU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Rollout: what runs today, what comes next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product means registering its API spec or MCP server; the tools, policy and sign-in come with the gateway.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651760" cy="31546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&amp; collaboration pilot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212848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103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TravelExpense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951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tools, company scoped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2670048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5603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Compliance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523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checks on card records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3127248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017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209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tools, employee's own account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360" y="3584448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4747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COOCON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6667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tools, employee's own login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 URL, claude.ai and ChatGPT connectors, 99 automated tests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1234440"/>
            <a:ext cx="2651760" cy="3154680"/>
          </a:xfrm>
          <a:prstGeom prst="roundRect">
            <a:avLst>
              <a:gd name="adj" fmla="val 2069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1371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management &amp; treasury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429000" y="2212848"/>
            <a:ext cx="128016" cy="12801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0" y="2103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Gyeongrinara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22951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and draft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29000" y="2670048"/>
            <a:ext cx="128016" cy="12801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7600" y="25603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Q · InhouseBank Q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27523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approval-based execution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29000" y="3127248"/>
            <a:ext cx="128016" cy="12801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57600" y="3017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Webcash Dashboard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3209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42900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registration path; approval-line integration to be designed with the product teams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80760" y="1234440"/>
            <a:ext cx="2651760" cy="3154680"/>
          </a:xfrm>
          <a:prstGeom prst="roundRect">
            <a:avLst>
              <a:gd name="adj" fmla="val 2069"/>
            </a:avLst>
          </a:prstGeom>
          <a:solidFill>
            <a:srgbClr val="F5F7FA"/>
          </a:solidFill>
          <a:ln w="9525">
            <a:solidFill>
              <a:srgbClr val="D9E0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1371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administration &amp; ecosystem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63640" y="2212848"/>
            <a:ext cx="128016" cy="128016"/>
          </a:xfrm>
          <a:prstGeom prst="ellipse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92240" y="2103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rERP Q · RCMS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22951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high control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63640" y="2670048"/>
            <a:ext cx="128016" cy="128016"/>
          </a:xfrm>
          <a:prstGeom prst="ellipse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92240" y="25603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SaaS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492240" y="27523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HR, groupware, tax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263640" y="3127248"/>
            <a:ext cx="128016" cy="128016"/>
          </a:xfrm>
          <a:prstGeom prst="ellipse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92240" y="30175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Customers' own APIs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3209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in the same registry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26364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forms once third parties add value on the registry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411480" y="4480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rises with the stage: lookup first, then confirmed drafts, then execution inside existing approval lines.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411480" y="480060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MCP-based AI Gateway  ·  Webcash Group × AI Convergence Lab, CBNU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8321040" y="48006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Convergence Lab, CBNU</dc:creator>
  <cp:lastModifiedBy>AI Convergence Lab, CBNU</cp:lastModifiedBy>
  <cp:revision>1</cp:revision>
  <dcterms:created xsi:type="dcterms:W3CDTF">2026-09-17T02:26:00Z</dcterms:created>
  <dcterms:modified xsi:type="dcterms:W3CDTF">2026-09-17T02:26:00Z</dcterms:modified>
</cp:coreProperties>
</file>