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screen on the right is the running portal, not a mock-up. Everything in this deck is either live or clearly marked as proposed.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at group level: integrations built product by product, vendor by vendor, without common identity or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idea on one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customer's entire onboarding. The screenshot is the real page a Claude connector opens.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the idea in one task a finance team does every month. Note that paying does not change,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screenshot is the real registration dialog. In the pilot, COOCON went from spec to a working MCP server in under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product page of COOCON in the live portal. Point at the four addresses it is served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is highlighted because it is the differentiator: the product receives its own credential, brokered per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technical slide for engineers.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side: one OAuth sign-in against the gateway. Product side: four ways the gateway gets in, chosen per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WC_Group gateway page in the live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the AI move money? No. It looks up, it prepares, and execution goes through the same approval line as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live pages: the user directory and the audit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at package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products first, then partners, then customers' 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slide about the pilot. It exists to show the mechanism is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proposal: platform work, package rollout, and research questions the pilot makes measurable.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three-line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products, inside the AI assistants customers already use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Concept, architecture, control model, and the road from pilot to platform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 ×  AI Convergence Lab, Chungbuk National University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837176" y="1349756"/>
            <a:ext cx="4133088" cy="2512568"/>
          </a:xfrm>
          <a:prstGeom prst="roundRect">
            <a:avLst>
              <a:gd name="adj" fmla="val 2184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7" name="Image 0" descr="C:\Users\user\AppData\Local\Temp\deckcrops\over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404620"/>
            <a:ext cx="4023360" cy="2402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are already working inside AI assistants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not whether Webcash products will be used from Claude or ChatGPT, but whether that happens with the group's controls or around them.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14500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sprawl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would need its own AI integration, per AI vendor. Seven products times three assistants is twenty-one projects, each with its own auth and its own drift.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600200"/>
            <a:ext cx="457200" cy="45720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20" y="171450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identity, no scope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assistant does not know which customer is asking, which organization they belong to, or what they may see. Today's workaround is pasting tokens into chat settings.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8076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160020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714500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control, no record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decides which actions an assistant may take, whether a change needs confirmation, or keeps a record a finance auditor would accept.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411480" y="44348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group-level answer: one control layer between every assistant and every product.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idea: one control layer between assistants and products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Webcash Group product becomes a set of tools inside the assistant. The group decides who may do what, and records it.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TOUCHPOINT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customer works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03911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03911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ChatGPT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4360" y="245059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45059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· Agentforce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286207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620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or local LLM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4360" y="327355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2735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MCP-capable client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asks in plain language. Nothing installed, nothing pasted.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743200" y="132588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26080" y="146304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CONTROL LAYER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16733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Registry + AI Gateway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926080" y="2039112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17520" y="20391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03911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APIs registered once; tools generated from their specs. Descriptions, risk level, activation per customer.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926080" y="2523744"/>
            <a:ext cx="3291840" cy="420624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52374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52374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signs in once, through the gateway. Every call carries who they are and which organization.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926080" y="3008376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17520" y="300837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069080" y="300837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tools, for whom, at which risk level. Lookups by default; changes only with confirmation; payments inside existing approval lines.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2926080" y="3493008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4930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&amp; audit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069080" y="34930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holds each product's credential for that customer. Every call and refusal is recorded.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672084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 APIS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packages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03720" y="203911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76872" y="2057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&amp; Collaboration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976872" y="222199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 · COOCON · FLOW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6903720" y="245059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76872" y="246888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976872" y="263347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Gyeongrinara · COOCON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903720" y="286207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76872" y="288036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976872" y="30449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Q · InhouseBank Q · Dashboard</a:t>
            </a:r>
            <a:endParaRPr lang="en-US" sz="680" dirty="0"/>
          </a:p>
        </p:txBody>
      </p:sp>
      <p:sp>
        <p:nvSpPr>
          <p:cNvPr id="44" name="Shape 42"/>
          <p:cNvSpPr/>
          <p:nvPr/>
        </p:nvSpPr>
        <p:spPr>
          <a:xfrm>
            <a:off x="6903720" y="327355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76872" y="329184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976872" y="345643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rERP Q · RCMS</a:t>
            </a:r>
            <a:endParaRPr lang="en-US" sz="680" dirty="0"/>
          </a:p>
        </p:txBody>
      </p:sp>
      <p:sp>
        <p:nvSpPr>
          <p:cNvPr id="47" name="Text 45"/>
          <p:cNvSpPr txBox="1"/>
          <p:nvPr/>
        </p:nvSpPr>
        <p:spPr>
          <a:xfrm>
            <a:off x="690372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are not changed. A spec in the registry is the whole integration.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45059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2823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1480" y="41605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4334256"/>
            <a:ext cx="155448" cy="1554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3816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work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1819656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that span products finish in one assistant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3328416" y="4334256"/>
            <a:ext cx="155448" cy="1554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575304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control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81144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group-wide policy and audit, not per product per vendor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089904" y="4334256"/>
            <a:ext cx="155448" cy="1554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336792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marginal cost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7342632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product or partner is a registration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customer sees: one sign-in, then nothing new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screen the gateway ever shows a customer. After it, every product is just a tool inside their assistant.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157526" y="1225296"/>
            <a:ext cx="3172349" cy="3493008"/>
          </a:xfrm>
          <a:prstGeom prst="roundRect">
            <a:avLst>
              <a:gd name="adj" fmla="val 172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authoriz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390" y="1280160"/>
            <a:ext cx="3062621" cy="3383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32588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0" y="13075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adds the gateway to their assistant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158191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claude.ai or ChatGPT: paste one address. The assistant discovers the gateway's sign-in on its own; no client ids, no tokens.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11480" y="2148840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40280"/>
            <a:ext cx="182880" cy="1828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4400" y="21305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sign-in page opens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914400" y="24048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names the assistant and the gateway asking. The customer signs in with their company account. Admin accounts are refused: an assistant acts as a person.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411480" y="29718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063240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4400" y="2953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then on, the assistant carries a token bound to that person</a:t>
            </a:r>
            <a:endParaRPr lang="en-US" sz="1050" dirty="0"/>
          </a:p>
        </p:txBody>
      </p:sp>
      <p:sp>
        <p:nvSpPr>
          <p:cNvPr id="18" name="Text 12"/>
          <p:cNvSpPr txBox="1"/>
          <p:nvPr/>
        </p:nvSpPr>
        <p:spPr>
          <a:xfrm>
            <a:off x="914400" y="322783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Short-lived, refreshed automatically, revocable on one page. Every call it makes is limited to the customer's organization and recorded.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411480" y="379476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886200"/>
            <a:ext cx="182880" cy="1828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4400" y="3776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</a:t>
            </a:r>
            <a:endParaRPr lang="en-US" sz="1050" dirty="0"/>
          </a:p>
        </p:txBody>
      </p:sp>
      <p:sp>
        <p:nvSpPr>
          <p:cNvPr id="22" name="Text 15"/>
          <p:cNvSpPr txBox="1"/>
          <p:nvPr/>
        </p:nvSpPr>
        <p:spPr>
          <a:xfrm>
            <a:off x="914400" y="40507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keep their own screens for everything else; the assistant becomes one more place to get work done.</a:t>
            </a:r>
            <a:endParaRPr lang="en-US" sz="800" dirty="0"/>
          </a:p>
        </p:txBody>
      </p:sp>
      <p:sp>
        <p:nvSpPr>
          <p:cNvPr id="23" name="Text 16"/>
          <p:cNvSpPr txBox="1"/>
          <p:nvPr/>
        </p:nvSpPr>
        <p:spPr>
          <a:xfrm>
            <a:off x="5212390" y="4736592"/>
            <a:ext cx="30626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sign-in page of the gateway</a:t>
            </a:r>
            <a:endParaRPr lang="en-US" sz="750" dirty="0"/>
          </a:p>
        </p:txBody>
      </p:sp>
      <p:sp>
        <p:nvSpPr>
          <p:cNvPr id="24" name="Text 17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5" name="Text 18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monthly task, before and after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about the products themselves changes.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GATEWAY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60020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out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Bizplay, then COOCON, then FLOW; copy numbers between screens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once. The assistant reads all three and answers with evidence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11480" y="2167128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1671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login per product, a token per integration, credentials in chat settings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sign-in with the company account; products never see a shared key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1480" y="2734056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73405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action request by hand in FLOW after checking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drafts it; the customer confirms; it is registered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11480" y="3300984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30098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10312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today. The assistant prepares and reports, never executes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11480" y="3867912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86791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looked at what is not recorded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recorded with the reason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REGISTER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Registering a product is a form, not a project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turns an API description into tools. No code is written for the product, and it is never modified.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1209" y="1225296"/>
            <a:ext cx="2972461" cy="3310128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register-dialog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073" y="1280160"/>
            <a:ext cx="2862733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63440" y="138988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47488" y="1371600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spec, or point at an MCP server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047488" y="1618488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 API's OpenAPI document, or the address of a product that already speaks MCP.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63440" y="21031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6344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47488" y="2084832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how the product is protected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047488" y="2331720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per user, a login endpoint with username and password, a service token, or open. The gateway does the rest at call time.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663440" y="281635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6344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047488" y="279806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appear immediately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047488" y="3044952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operation. Lookups start on; anything that changes data starts off until an admin enables it.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4663440" y="352958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6344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047488" y="351129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Describe, classify, activate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047488" y="3758184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what the AI reads about each tool, mark its risk, choose which customers and roles see it. Live on the next request.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946073" y="4553712"/>
            <a:ext cx="28627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dialog of the live portal, login-endpoint mode</a:t>
            </a:r>
            <a:endParaRPr lang="en-US" sz="750" dirty="0"/>
          </a:p>
        </p:txBody>
      </p:sp>
      <p:sp>
        <p:nvSpPr>
          <p:cNvPr id="24" name="Text 21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MANAGE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registered product, as the group sees it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per product: how it is reached, which tools are on, where it is served, who has connected.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07880" y="1225296"/>
            <a:ext cx="5127839" cy="3493008"/>
          </a:xfrm>
          <a:prstGeom prst="roundRect">
            <a:avLst>
              <a:gd name="adj" fmla="val 1571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provider-coocon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744" y="1280160"/>
            <a:ext cx="5018111" cy="3383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072162" y="1956816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72162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78320" y="1956816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78320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13650" y="3310128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65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778320" y="4392778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78320" y="43927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760720" y="138988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1371600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on, out of tools generated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144768" y="161848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of 10: two write operations stay off until enabled with confirmation.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760720" y="21031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6072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6144768" y="208483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on four addresses at once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144768" y="2331720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product, exposed four ways from one process.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760720" y="281635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144768" y="279806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address is a way to expose it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144768" y="304495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catalogue, two customer packages, and the product's own MCP server. Publishing to one is a routing change, not a release.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760720" y="352958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6072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144768" y="3511296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the gateway performs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144768" y="375818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product has a username-and-password login; the gateway signs in per customer, caches the token and re-signs on expiry.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SERVE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on every single call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checks between the assistant and the product, on every request, in this order.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70078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Identify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21208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carries the customer's sign-in. Missing or expired: the assistant is told where to sign in.</a:t>
            </a:r>
            <a:endParaRPr lang="en-US" sz="730" dirty="0"/>
          </a:p>
        </p:txBody>
      </p:sp>
      <p:sp>
        <p:nvSpPr>
          <p:cNvPr id="10" name="Shape 7"/>
          <p:cNvSpPr/>
          <p:nvPr/>
        </p:nvSpPr>
        <p:spPr>
          <a:xfrm>
            <a:off x="1719072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10512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67712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296" y="1700784"/>
            <a:ext cx="201168" cy="20116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901952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Authorize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on this gateway, this product, this tool? Refused with the reason if not.</a:t>
            </a:r>
            <a:endParaRPr lang="en-US" sz="730" dirty="0"/>
          </a:p>
        </p:txBody>
      </p:sp>
      <p:sp>
        <p:nvSpPr>
          <p:cNvPr id="16" name="Shape 12"/>
          <p:cNvSpPr/>
          <p:nvPr/>
        </p:nvSpPr>
        <p:spPr>
          <a:xfrm>
            <a:off x="3118104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209544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666744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1700784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300984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Scope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3319272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 naming another organization are refused. The organization comes from the token, not the prompt.</a:t>
            </a:r>
            <a:endParaRPr lang="en-US" sz="730" dirty="0"/>
          </a:p>
        </p:txBody>
      </p:sp>
      <p:sp>
        <p:nvSpPr>
          <p:cNvPr id="22" name="Shape 17"/>
          <p:cNvSpPr/>
          <p:nvPr/>
        </p:nvSpPr>
        <p:spPr>
          <a:xfrm>
            <a:off x="4517136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608576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E6F4F1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065776" y="1600200"/>
            <a:ext cx="402336" cy="40233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1700784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700016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Broker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4718304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gets its own credential for this customer. The assistant's token never reaches it.</a:t>
            </a:r>
            <a:endParaRPr lang="en-US" sz="730" dirty="0"/>
          </a:p>
        </p:txBody>
      </p:sp>
      <p:sp>
        <p:nvSpPr>
          <p:cNvPr id="28" name="Shape 22"/>
          <p:cNvSpPr/>
          <p:nvPr/>
        </p:nvSpPr>
        <p:spPr>
          <a:xfrm>
            <a:off x="5916168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007608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464808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5392" y="1700784"/>
            <a:ext cx="201168" cy="201168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099048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Call and filter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6117336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answers. Rows for other organizations are removed before the assistant sees them.</a:t>
            </a:r>
            <a:endParaRPr lang="en-US" sz="730" dirty="0"/>
          </a:p>
        </p:txBody>
      </p:sp>
      <p:sp>
        <p:nvSpPr>
          <p:cNvPr id="34" name="Shape 27"/>
          <p:cNvSpPr/>
          <p:nvPr/>
        </p:nvSpPr>
        <p:spPr>
          <a:xfrm>
            <a:off x="7315200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7406640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7863840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1700784"/>
            <a:ext cx="201168" cy="20116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7498080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Record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7516368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Who, which tool, arguments, outcome, reason. Refusals too.</a:t>
            </a:r>
            <a:endParaRPr lang="en-US" sz="730" dirty="0"/>
          </a:p>
        </p:txBody>
      </p:sp>
      <p:sp>
        <p:nvSpPr>
          <p:cNvPr id="40" name="Shape 32"/>
          <p:cNvSpPr/>
          <p:nvPr/>
        </p:nvSpPr>
        <p:spPr>
          <a:xfrm>
            <a:off x="411480" y="3886200"/>
            <a:ext cx="8321040" cy="73152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594360" y="3950208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the running system: a write refused with “tool is disabled”, a cross-organization lookup refused before it left the gateway, and a chain across four products in one chat. Each is one line in the audit log.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43" name="Text 3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process serves every address; products are reached with their own protocols and credentials.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0992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1284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7157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/ Agentforce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1868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Desktop, Code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372160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2160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LLM app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286000" y="1325880"/>
            <a:ext cx="45720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23160" y="14356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+ PORTAL  ·  ONE PROCESS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423160" y="169164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96312" y="169164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611880" y="169164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/mcp shared · /mcp/&lt;group&gt; per customer group or product line · /mcp/&lt;product&gt; a single product as its own MCP server</a:t>
            </a:r>
            <a:endParaRPr lang="en-US" sz="660" dirty="0"/>
          </a:p>
        </p:txBody>
      </p:sp>
      <p:sp>
        <p:nvSpPr>
          <p:cNvPr id="22" name="Shape 20"/>
          <p:cNvSpPr/>
          <p:nvPr/>
        </p:nvSpPr>
        <p:spPr>
          <a:xfrm>
            <a:off x="2423160" y="2139696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96312" y="2139696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2139696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2.1 authorization server: discovery, client self-registration, PKCE, refresh. Issues tokens bound to a person and organization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2423160" y="2587752"/>
            <a:ext cx="4297680" cy="393192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96312" y="2587752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611880" y="2587752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by group or organization at gateway, product and tool level · writes off by default · confirmation · organization scoping in and out</a:t>
            </a:r>
            <a:endParaRPr lang="en-US" sz="660" dirty="0"/>
          </a:p>
        </p:txBody>
      </p:sp>
      <p:sp>
        <p:nvSpPr>
          <p:cNvPr id="28" name="Shape 26"/>
          <p:cNvSpPr/>
          <p:nvPr/>
        </p:nvSpPr>
        <p:spPr>
          <a:xfrm>
            <a:off x="2423160" y="3035808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496312" y="3035808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broker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611880" y="3035808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 links with refresh · login-endpoint sign-in with cached JWTs · service tokens · the caller's token never forwarded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423160" y="3483864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96312" y="3483864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generation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3611880" y="3483864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 → tools · existing MCP servers proxied · descriptions and risk editable by admins</a:t>
            </a:r>
            <a:endParaRPr lang="en-US" sz="660" dirty="0"/>
          </a:p>
        </p:txBody>
      </p:sp>
      <p:sp>
        <p:nvSpPr>
          <p:cNvPr id="34" name="Shape 32"/>
          <p:cNvSpPr/>
          <p:nvPr/>
        </p:nvSpPr>
        <p:spPr>
          <a:xfrm>
            <a:off x="2423160" y="393192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496312" y="393192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state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611880" y="393192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step logged · registry, users, tokens and policy in one store</a:t>
            </a:r>
            <a:endParaRPr lang="en-US" sz="660" dirty="0"/>
          </a:p>
        </p:txBody>
      </p:sp>
      <p:sp>
        <p:nvSpPr>
          <p:cNvPr id="37" name="Shape 35"/>
          <p:cNvSpPr/>
          <p:nvPr/>
        </p:nvSpPr>
        <p:spPr>
          <a:xfrm>
            <a:off x="713232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6948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269480" y="170992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42632" y="1764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7342632" y="19659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spec, any auth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7269480" y="235000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4048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7342632" y="2606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proxied, per-user OAuth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7269480" y="299008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42632" y="30449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7342632" y="3246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7269480" y="363016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342632" y="36850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systems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7342632" y="38862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203911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8543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11480" y="44622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one container image behind HTTPS; deploying or exposing a product is a routing change, not a release. Per-product isolation is on the roadmap.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one sign-in, the right key for each product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never holds a product credential. The gateway does, per person.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0477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side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01168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directory holds each person's organization, role and access groups. Tokens copy these, so they are set once.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cannot carry a static key, so the gateway is itself an OAuth 2.1 server: the assistant discovers it, registers, and opens the group's sign-in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token the assistant receives is bound to that person: short-lived, refreshed automatically, revocable on one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Federating that sign-in page to the group's SSO is the production step.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470916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9204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60477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9496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side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983480" y="20116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links their own account once; the gateway refreshes it. The product sees the real person.</a:t>
            </a:r>
            <a:endParaRPr lang="en-US" sz="730" dirty="0"/>
          </a:p>
        </p:txBody>
      </p:sp>
      <p:sp>
        <p:nvSpPr>
          <p:cNvPr id="17" name="Shape 13"/>
          <p:cNvSpPr/>
          <p:nvPr/>
        </p:nvSpPr>
        <p:spPr>
          <a:xfrm>
            <a:off x="4892040" y="2633472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8348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endpoint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6172200" y="26334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with a username-and-password API. The gateway signs in, caches the token, re-signs on expiry. Per user or service account.</a:t>
            </a:r>
            <a:endParaRPr lang="en-US" sz="730" dirty="0"/>
          </a:p>
        </p:txBody>
      </p:sp>
      <p:sp>
        <p:nvSpPr>
          <p:cNvPr id="20" name="Shape 16"/>
          <p:cNvSpPr/>
          <p:nvPr/>
        </p:nvSpPr>
        <p:spPr>
          <a:xfrm>
            <a:off x="4892040" y="3255264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983480" y="3255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token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6172200" y="32552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credential the gateway sends and rotates. For products without per-user identity.</a:t>
            </a:r>
            <a:endParaRPr lang="en-US" sz="730" dirty="0"/>
          </a:p>
        </p:txBody>
      </p:sp>
      <p:sp>
        <p:nvSpPr>
          <p:cNvPr id="23" name="Shape 19"/>
          <p:cNvSpPr/>
          <p:nvPr/>
        </p:nvSpPr>
        <p:spPr>
          <a:xfrm>
            <a:off x="4892040" y="3877056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83480" y="387705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or network-isolated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6172200" y="387705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carries all enforcement.</a:t>
            </a:r>
            <a:endParaRPr lang="en-US" sz="730" dirty="0"/>
          </a:p>
        </p:txBody>
      </p:sp>
      <p:sp>
        <p:nvSpPr>
          <p:cNvPr id="26" name="Text 2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packaged per customer group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gateway is a chosen set of products on its own address, with its own sign-in rule and entitlement. This one serves four products and 72 tools.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1317" y="1271016"/>
            <a:ext cx="4720965" cy="3218688"/>
          </a:xfrm>
          <a:prstGeom prst="roundRect">
            <a:avLst>
              <a:gd name="adj" fmla="val 170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gateway-wc-group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181" y="1325880"/>
            <a:ext cx="4611237" cy="3108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96743" y="2351837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743" y="235183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631845" y="3253435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31845" y="32534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31845" y="3688690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31845" y="368869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326227" y="2631643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26227" y="26316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760720" y="138988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1371600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address for the package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144768" y="161848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it into any assistant. Tool names carry the product prefix so the assistant knows where each one goes.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760720" y="21031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6072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6144768" y="208483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required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144768" y="2331720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Callers must sign in through the gateway. Without it, no per-person rule can apply.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760720" y="281635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144768" y="279806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use it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144768" y="304495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with access, or only listed access groups, or only listed organizations. Checked before anything else.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760720" y="352958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6072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144768" y="3511296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and tool rules still apply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144768" y="375818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package narrows; each product's own entitlement and each tool's policy apply on top.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1480" y="455371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expose the same registry: shared catalogue /mcp · package /mcp/&lt;group&gt; · single product /mcp/&lt;product&gt;. All are routing decisions in one process.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MODEL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rises with the risk of the action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gateway serves lookups freely and keeps money movements inside the approval lines that already exist.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4572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summarize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 default within the customer's permission scope. Balances, receipts, tasks, documents.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requests. Value with no new risk.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508760"/>
            <a:ext cx="45720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REGISTER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change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prepares; the customer confirms before anything is written. Settlement drafts, task registration, action requests.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is enforced by the gateway, not by the prompt.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1508760"/>
            <a:ext cx="457200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· SETTLE · EXECUTE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money, commit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executed by the assistant alone. The request enters the product's own approval line and limits; the assistant reports the outcome.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controls stay the controls.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370332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7947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ON, WHATEVER THE TIER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activation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tools a customer needs are visible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26517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scoping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limited to the customer's own data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47091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identity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7091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sees the real user, not a shared key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refusals and sign-ins, with reasons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MODEL · IN PRACTICE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you can see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their organization and groups on one page; every call and every sign-in step on another.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28036" y="1316736"/>
            <a:ext cx="3635968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users-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900" y="1371600"/>
            <a:ext cx="3526240" cy="2377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879996" y="1316736"/>
            <a:ext cx="3635968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8" name="Image 1" descr="C:\Users\user\AppData\Local\Temp\deckcrops\audit-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4860" y="1371600"/>
            <a:ext cx="3526240" cy="23774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2900" y="3822192"/>
            <a:ext cx="352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Users: organization, role and access groups set once per person; tokens inherit them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934860" y="3822192"/>
            <a:ext cx="352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log: who, which tool, arguments, outcome and the reason for every refusal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11480" y="41605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42062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on the Security page: a sign-in log of every step an assistant took to get in, upstream credential rotation, and a checklist scored against the group's policy.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cases: domain packages and what customers ask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a set of products activated together. These are the use cases we propose; each one is delivered through the same registry and control model.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83210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347472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customer 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tier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Expense &amp; Collaboration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Bizplay · COOCON · FLOW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“Find this month's items missing receipts, verify the payees, and ask the responsible teams to act.”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 Management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Gyeongrinara · COOCON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“Summarize this month's sales, outstanding invoices and what is due this week.”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Treasury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Q · InhouseBank Q · Dashboard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“Cash position across accounts this morning; prepare the transfers that need approval.”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Approval-based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 Administration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rERP Q · RCMS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“Check this research expense against the rules before I submit it.”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control · Rules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42976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tier column is the control model applied per package: what customers may look up freely, what they confirm, and what stays inside approval lines.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path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a registered spec is the whole integration, each further connection costs less than the last.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0116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Bizplay, COOCON, FLOW, Gyeongrinara, Branch Q, InhouseBank Q, rERP Q. Domain packages activated customer by customer.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0358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09067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20116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290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0116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ERP, HR, groupware, tax. Registered in the same registry, governed by the same policy, so a customer's whole workflow completes in one place.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30358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92531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1325880"/>
            <a:ext cx="2651760" cy="20116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0" y="150876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63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Customers' own APIs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20116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customer's in-house systems sit beside the group's products. The gateway becomes the customer's AI integration layer.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30358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11480" y="3520440"/>
            <a:ext cx="83210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6301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CONDITION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384048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is open to third parties: a partner adds value by registering a product, a customer by registering its own systems. An ecosystem forms when others build on the control layer, not when Webcash connects everything itself. The group's asset is the control layer: identity, policy and audit that every connection inherits.</a:t>
            </a:r>
            <a:endParaRPr lang="en-US" sz="88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point: the mechanism runs today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pilot on the expense and collaboration package, built with the AI Convergence Lab and used from real assistants.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17320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417320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behind one address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2176272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221992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221992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generated or proxied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2980944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02666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026664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for the customer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11480" y="3785616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831336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383133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53599" y="1316736"/>
            <a:ext cx="4042842" cy="2761488"/>
          </a:xfrm>
          <a:prstGeom prst="roundRect">
            <a:avLst>
              <a:gd name="adj" fmla="val 1987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18" name="Image 0" descr="C:\Users\user\AppData\Local\Temp\deckcrops\signins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08463" y="1371600"/>
            <a:ext cx="3933114" cy="265176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3908463" y="4078224"/>
            <a:ext cx="3933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log of the live gateway: every step from discovery to token, and every refused call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411480" y="44805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end to end in one chat from claude.ai: project status from FLOW, spending from COOCON, trips and receipts from Bizplay, compliance rules on card records, one dashboard at the end.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pilot to group platform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tracks over the next phase, each with something measurable at the end.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2651760" cy="2514600"/>
          </a:xfrm>
          <a:prstGeom prst="roundRect">
            <a:avLst>
              <a:gd name="adj" fmla="val 2182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55905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19659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federated to group SSO (OIDC)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a vault, state in a database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Per-product isolation and quotas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 per customer and product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dashboard and alerting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46120" y="1280160"/>
            <a:ext cx="2651760" cy="2514600"/>
          </a:xfrm>
          <a:prstGeom prst="roundRect">
            <a:avLst>
              <a:gd name="adj" fmla="val 2182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2900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012" y="155905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3192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19659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Management: Gyeongrinara, COOCON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Treasury: Branch Q, InhouseBank Q, Dashboard, with approval-line integration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Administration: rERP Q, RCMS, rule-based control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partner SaaS in the registry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080760" y="1280160"/>
            <a:ext cx="2651760" cy="2514600"/>
          </a:xfrm>
          <a:prstGeom prst="roundRect">
            <a:avLst>
              <a:gd name="adj" fmla="val 2182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6364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652" y="1559052"/>
            <a:ext cx="192024" cy="1920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76656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evaluation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19659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accuracy as the catalogue passes 100 tools: curated descriptions vs retrieval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policy for agents, not only enforced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latency of multi-product chains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one customer department: time saved per task, refusal and error rates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411480" y="3977640"/>
            <a:ext cx="8321040" cy="6858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94360" y="405079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AT THE END OF THE PHASE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5943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live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5943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customers onboarded</a:t>
            </a:r>
            <a:endParaRPr lang="en-US" sz="750" dirty="0"/>
          </a:p>
        </p:txBody>
      </p:sp>
      <p:sp>
        <p:nvSpPr>
          <p:cNvPr id="24" name="Text 19"/>
          <p:cNvSpPr txBox="1"/>
          <p:nvPr/>
        </p:nvSpPr>
        <p:spPr>
          <a:xfrm>
            <a:off x="26517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26517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task, per department</a:t>
            </a:r>
            <a:endParaRPr lang="en-US" sz="750" dirty="0"/>
          </a:p>
        </p:txBody>
      </p:sp>
      <p:sp>
        <p:nvSpPr>
          <p:cNvPr id="26" name="Text 21"/>
          <p:cNvSpPr txBox="1"/>
          <p:nvPr/>
        </p:nvSpPr>
        <p:spPr>
          <a:xfrm>
            <a:off x="47091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 and errors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7091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from the audit log</a:t>
            </a:r>
            <a:endParaRPr lang="en-US" sz="750" dirty="0"/>
          </a:p>
        </p:txBody>
      </p:sp>
      <p:sp>
        <p:nvSpPr>
          <p:cNvPr id="28" name="Text 23"/>
          <p:cNvSpPr txBox="1"/>
          <p:nvPr/>
        </p:nvSpPr>
        <p:spPr>
          <a:xfrm>
            <a:off x="67665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67665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at 100+ tools</a:t>
            </a:r>
            <a:endParaRPr lang="en-US" sz="750" dirty="0"/>
          </a:p>
        </p:txBody>
      </p:sp>
      <p:sp>
        <p:nvSpPr>
          <p:cNvPr id="30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1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their assistant.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keep their APIs.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keeps control.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one sign-in, one audit trail, across every Webcash Group product and, later, its partners and customers.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portal: mcp-portal.aiconvergencelab.com   ·   Code: github.com/Chansokheang/MCP_Server_Portal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MCP-based AI Gateway</dc:title>
  <dc:subject>PptxGenJS Presentation</dc:subject>
  <dc:creator>Webcash Group × AI Convergence Lab, CBNU</dc:creator>
  <cp:lastModifiedBy>Webcash Group × AI Convergence Lab, CBNU</cp:lastModifiedBy>
  <cp:revision>1</cp:revision>
  <dcterms:created xsi:type="dcterms:W3CDTF">2026-09-17T04:26:26Z</dcterms:created>
  <dcterms:modified xsi:type="dcterms:W3CDTF">2026-09-17T04:26:26Z</dcterms:modified>
</cp:coreProperties>
</file>