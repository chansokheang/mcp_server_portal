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this month's items missing receipts, verify the payees in COOCON, and ask the teams in FLOW to act.”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417320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2176272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21992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221992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02666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26664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3785616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31336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3133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53599" y="1316736"/>
            <a:ext cx="4042842" cy="2761488"/>
          </a:xfrm>
          <a:prstGeom prst="roundRect">
            <a:avLst>
              <a:gd name="adj" fmla="val 198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signins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8463" y="1371600"/>
            <a:ext cx="3933114" cy="26517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908463" y="4078224"/>
            <a:ext cx="3933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log of the live gateway: every step from discovery to token, and every refused call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 in one chat from claude.ai: project status from FLOW, spending from COOCON, trips and receipts from Bizplay, compliance rules on card records, one dashboard at the end.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2026-09-17T05:02:44Z</dcterms:created>
  <dcterms:modified xsi:type="dcterms:W3CDTF">2026-09-17T05:02:44Z</dcterms:modified>
</cp:coreProperties>
</file>