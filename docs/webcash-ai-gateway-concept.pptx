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scoping, brokering, audit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END, IN ONE CHAT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DEMONSTRATES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layer works with real products, real assistants and three different authentication kinds, without changing any product. Adding the next package is registration, not development.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2026-09-17T05:02:45Z</dcterms:created>
  <dcterms:modified xsi:type="dcterms:W3CDTF">2026-09-17T05:02:45Z</dcterms:modified>
</cp:coreProperties>
</file>