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proposed work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the core mechanism is already demonstrated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prototype, built with the AI Convergence Lab, shows the control layer end to end with real products and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no product code changed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the products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only; each product keeps its API and its authentication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SHOWS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SHOW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single sign-on, approval-line integration for payments, operation at production scale, and results with real customer departments. These are the proposed work on the next slide.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work: three tracks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packages and research run in parallel,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2026-09-17T05:16:37Z</dcterms:created>
  <dcterms:modified xsi:type="dcterms:W3CDTF">2026-09-17T05:16:37Z</dcterms:modified>
</cp:coreProperties>
</file>