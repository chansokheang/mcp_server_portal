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Webcash products become tools inside Claude, ChatGPT and other assistants, behind one control layer the group operates.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at group level, not product level. The cost of doing nothing is integrations built product by product, vendor by vendor, without common identity or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idea on one slide: customers stay where they work, the group runs one control layer, products are registered rather than rebuilt.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the idea in one task a finance team does every month. Note the fourth row: paying does not change,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what a product team does once. Right: what happens on every single call. The right side is the security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technical slide for engineers. One process, six layers. FastMCP and Starlette in Python; the state store is a file today and a database on the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identity slide answers 'where do the credentials live'. Customer side: one OAuth sign-in against the gateway. Product side: four ways the gateway gets in, chosen per product at registration.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first question a finance-group reviewer asks: can the AI move money? No. It looks up, it prepares, and execution goes through the same approval line as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Packaging is a product decision, not an engineering one: the same registry can be sliced for a customer segment or offered per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at package level. The example questions are the kind of thing a finance or admin team asks every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products first, then partners, then customers' systems. The strategic asset is the control layer everything inherits.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slide about the pilot. It exists to show the mechanism is real; the rest of the deck is the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proposal: platform work, package rollout, and the research questions the pilot makes measurable.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three-line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280160"/>
            <a:ext cx="4206240" cy="4206240"/>
          </a:xfrm>
          <a:prstGeom prst="ellipse">
            <a:avLst/>
          </a:prstGeom>
          <a:solidFill>
            <a:srgbClr val="0F766E">
              <a:alpha val="22000"/>
            </a:srgbClr>
          </a:solidFill>
          <a:ln w="12700">
            <a:solidFill>
              <a:srgbClr val="0F766E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2468880"/>
            <a:ext cx="2926080" cy="2926080"/>
          </a:xfrm>
          <a:prstGeom prst="ellipse">
            <a:avLst/>
          </a:prstGeom>
          <a:solidFill>
            <a:srgbClr val="0F766E">
              <a:alpha val="14000"/>
            </a:srgbClr>
          </a:solidFill>
          <a:ln w="12700">
            <a:solidFill>
              <a:srgbClr val="0F766E">
                <a:alpha val="14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products, inside the AI assistants customers already use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Concept, architecture, control model, and the road from pilot to platform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 ×  AI Convergence Lab, Chungbuk National University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are already working inside AI assistants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not whether Webcash products will be used from Claude or ChatGPT, but whether that happens with the group's controls or around them.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14500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sprawl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would need its own AI integration, per AI vendor. Seven products times three assistants is twenty-one projects, each with its own auth and its own drift.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600200"/>
            <a:ext cx="457200" cy="45720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20" y="171450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identity, no scope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assistant does not know which customer is asking, which organization they belong to, or what they may see. Today's workaround is pasting tokens into chat settings.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8076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160020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714500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control, no record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decides which actions an assistant may take, whether a change needs confirmation, or keeps a record a finance auditor would accept.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411480" y="44348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group-level answer: one control layer between every assistant and every product.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idea: one control layer between assistants and products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Webcash Group product becomes a set of tools inside the assistant. The group decides who may do what, and records it.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TOUCHPOINT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customer works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03911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03911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ChatGPT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4360" y="245059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45059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· Agentforce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286207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620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or local LLM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4360" y="327355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2735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MCP-capable client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asks in plain language. Nothing installed, nothing pasted.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743200" y="132588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26080" y="146304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CONTROL LAYER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16733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Registry + AI Gateway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926080" y="2039112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17520" y="20391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03911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APIs registered once; tools generated from their specs. Descriptions, risk level, activation per customer.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926080" y="2523744"/>
            <a:ext cx="3291840" cy="420624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52374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52374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signs in once, through the gateway. Every call carries who they are and which organization.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926080" y="3008376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17520" y="300837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069080" y="300837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tools, for whom, at which risk level. Lookups by default; changes only with confirmation; payments inside existing approval lines.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2926080" y="3493008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4930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&amp; audit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069080" y="34930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holds each product's credential for that customer. Every call and refusal is recorded.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672084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 APIS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packages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03720" y="203911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76872" y="2057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&amp; Collaboration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976872" y="222199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 · COOCON · FLOW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6903720" y="245059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76872" y="246888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976872" y="263347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Gyeongrinara · COOCON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903720" y="286207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76872" y="288036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976872" y="30449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Q · InhouseBank Q · Dashboard</a:t>
            </a:r>
            <a:endParaRPr lang="en-US" sz="680" dirty="0"/>
          </a:p>
        </p:txBody>
      </p:sp>
      <p:sp>
        <p:nvSpPr>
          <p:cNvPr id="44" name="Shape 42"/>
          <p:cNvSpPr/>
          <p:nvPr/>
        </p:nvSpPr>
        <p:spPr>
          <a:xfrm>
            <a:off x="6903720" y="327355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76872" y="329184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976872" y="345643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rERP Q · RCMS</a:t>
            </a:r>
            <a:endParaRPr lang="en-US" sz="680" dirty="0"/>
          </a:p>
        </p:txBody>
      </p:sp>
      <p:sp>
        <p:nvSpPr>
          <p:cNvPr id="47" name="Text 45"/>
          <p:cNvSpPr txBox="1"/>
          <p:nvPr/>
        </p:nvSpPr>
        <p:spPr>
          <a:xfrm>
            <a:off x="690372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are not changed. A spec in the registry is the whole integration.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45059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2823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1480" y="41605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4334256"/>
            <a:ext cx="155448" cy="1554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3816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work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1819656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that span products finish in one assistant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3328416" y="4334256"/>
            <a:ext cx="155448" cy="1554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575304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control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81144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group-wide policy and audit, not per product per vendor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089904" y="4334256"/>
            <a:ext cx="155448" cy="1554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336792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marginal cost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7342632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product or partner is a registration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for the customer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monthly task, before and after. Nothing about the products themselves changes.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GATEWAY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60020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out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Bizplay, then COOCON, then FLOW; copy numbers between screens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once. The assistant reads all three and answers with evidence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11480" y="2167128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1671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login per product, a token per integration, credentials in chat settings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sign-in with the company account; products never see a shared key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1480" y="2734056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73405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action request by hand in FLOW after checking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drafts it; the customer confirms; it is registered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11480" y="3300984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30098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10312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today. The assistant prepares and reports, never executes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11480" y="3867912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86791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looked at what is not recorded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recorded with the reason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loops: a product team registers once; the gateway serves every request after that.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 PRODUCT, ONCE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94360" y="1819656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819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78308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00253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product's OpenAPI spec, or the address of its MCP server. Say how it is protected.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594360" y="2478024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478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4414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appear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660904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operation, or the server's own list. Lookups start on; anything that changes data starts off.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594360" y="3136392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136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09981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and classify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319272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what the AI reads about each tool. Mark risk: lookup, draft, execute.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594360" y="3794760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75818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per customer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397764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customers and roles see which tools. A gateway address per product line or customer group.</a:t>
            </a:r>
            <a:endParaRPr lang="en-US" sz="78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effect on the next request. No release, no restart.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709160" y="132588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92040" y="1463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A REQUEST, EVERY TIME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892040" y="181051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92040" y="1810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285232" y="178308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285232" y="198424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carries the customer's sign-in. Missing or expired: the assistant is told where to sign in.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4892040" y="234086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92040" y="2340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5285232" y="231343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285232" y="25146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on this gateway, this product, this tool? Refused with the reason if not.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4892040" y="2871216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92040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5285232" y="284378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285232" y="3044952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 naming another organization are refused; results for other organizations are removed.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4892040" y="340156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92040" y="3401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285232" y="3374136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the credential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285232" y="357530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receives its own credential for this customer, never the AI vendor's token.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4892040" y="39319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89204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5285232" y="390448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5285232" y="4105656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Who, which tool, arguments, outcome, reason. Refusals too.</a:t>
            </a:r>
            <a:endParaRPr lang="en-US" sz="780" dirty="0"/>
          </a:p>
        </p:txBody>
      </p:sp>
      <p:sp>
        <p:nvSpPr>
          <p:cNvPr id="46" name="Text 4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process serves every address; products are reached with their own protocols and credentials.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0992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1284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7157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/ Agentforce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1868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Desktop, Code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372160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2160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LLM app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286000" y="1325880"/>
            <a:ext cx="45720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23160" y="14356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+ PORTAL  ·  ONE PROCESS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423160" y="169164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96312" y="169164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611880" y="169164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/mcp shared · /mcp/&lt;group&gt; per customer group or product line · /mcp/&lt;product&gt; a single product as its own MCP server</a:t>
            </a:r>
            <a:endParaRPr lang="en-US" sz="660" dirty="0"/>
          </a:p>
        </p:txBody>
      </p:sp>
      <p:sp>
        <p:nvSpPr>
          <p:cNvPr id="22" name="Shape 20"/>
          <p:cNvSpPr/>
          <p:nvPr/>
        </p:nvSpPr>
        <p:spPr>
          <a:xfrm>
            <a:off x="2423160" y="2139696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96312" y="2139696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2139696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2.1 authorization server: discovery, client self-registration, PKCE, refresh. Issues tokens bound to a person and organization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2423160" y="2587752"/>
            <a:ext cx="4297680" cy="393192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96312" y="2587752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611880" y="2587752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by group or organization at gateway, product and tool level · writes off by default · confirmation · organization scoping in and out</a:t>
            </a:r>
            <a:endParaRPr lang="en-US" sz="660" dirty="0"/>
          </a:p>
        </p:txBody>
      </p:sp>
      <p:sp>
        <p:nvSpPr>
          <p:cNvPr id="28" name="Shape 26"/>
          <p:cNvSpPr/>
          <p:nvPr/>
        </p:nvSpPr>
        <p:spPr>
          <a:xfrm>
            <a:off x="2423160" y="3035808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496312" y="3035808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broker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611880" y="3035808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 links with refresh · login-endpoint sign-in with cached JWTs · service tokens · the caller's token never forwarded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423160" y="3483864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96312" y="3483864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generation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3611880" y="3483864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 → tools · existing MCP servers proxied · descriptions and risk editable by admins</a:t>
            </a:r>
            <a:endParaRPr lang="en-US" sz="660" dirty="0"/>
          </a:p>
        </p:txBody>
      </p:sp>
      <p:sp>
        <p:nvSpPr>
          <p:cNvPr id="34" name="Shape 32"/>
          <p:cNvSpPr/>
          <p:nvPr/>
        </p:nvSpPr>
        <p:spPr>
          <a:xfrm>
            <a:off x="2423160" y="393192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496312" y="393192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state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611880" y="393192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step logged · registry, users, tokens and policy in one store</a:t>
            </a:r>
            <a:endParaRPr lang="en-US" sz="660" dirty="0"/>
          </a:p>
        </p:txBody>
      </p:sp>
      <p:sp>
        <p:nvSpPr>
          <p:cNvPr id="37" name="Shape 35"/>
          <p:cNvSpPr/>
          <p:nvPr/>
        </p:nvSpPr>
        <p:spPr>
          <a:xfrm>
            <a:off x="713232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6948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269480" y="170992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42632" y="1764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7342632" y="19659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spec, any auth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7269480" y="235000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4048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7342632" y="2606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proxied, per-user OAuth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7269480" y="299008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42632" y="30449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7342632" y="3246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7269480" y="363016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342632" y="36850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systems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7342632" y="38862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203911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8543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11480" y="44622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one container image behind HTTPS; deploying or exposing a product is a routing change, not a release. Per-product isolation is on the roadmap.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one sign-in, the right key for each product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never holds a product credential. The gateway does, per person.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0477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side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01168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directory holds each person's organization, role and access groups. Tokens copy these, so they are set once.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such as Claude and ChatGPT cannot carry a static key, so the gateway is itself an OAuth 2.1 server: the assistant discovers it, registers, and opens the group's sign-in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token the assistant receives is bound to that person. It is short-lived, refreshed automatically, and revocable on one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Federating that sign-in page to the group's SSO is the production step.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470916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9204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60477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9496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side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983480" y="20116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links their own account once; the gateway refreshes it. The product sees the real person.</a:t>
            </a:r>
            <a:endParaRPr lang="en-US" sz="730" dirty="0"/>
          </a:p>
        </p:txBody>
      </p:sp>
      <p:sp>
        <p:nvSpPr>
          <p:cNvPr id="17" name="Shape 13"/>
          <p:cNvSpPr/>
          <p:nvPr/>
        </p:nvSpPr>
        <p:spPr>
          <a:xfrm>
            <a:off x="4892040" y="2633472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8348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endpoint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6172200" y="26334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with a username-and-password API. The gateway signs in, caches the token, re-signs on expiry. Per user or service account.</a:t>
            </a:r>
            <a:endParaRPr lang="en-US" sz="730" dirty="0"/>
          </a:p>
        </p:txBody>
      </p:sp>
      <p:sp>
        <p:nvSpPr>
          <p:cNvPr id="20" name="Shape 16"/>
          <p:cNvSpPr/>
          <p:nvPr/>
        </p:nvSpPr>
        <p:spPr>
          <a:xfrm>
            <a:off x="4892040" y="3255264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983480" y="3255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token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6172200" y="32552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credential the gateway sends and rotates. For products without per-user identity.</a:t>
            </a:r>
            <a:endParaRPr lang="en-US" sz="730" dirty="0"/>
          </a:p>
        </p:txBody>
      </p:sp>
      <p:sp>
        <p:nvSpPr>
          <p:cNvPr id="23" name="Shape 19"/>
          <p:cNvSpPr/>
          <p:nvPr/>
        </p:nvSpPr>
        <p:spPr>
          <a:xfrm>
            <a:off x="4892040" y="3877056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83480" y="387705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or network-isolated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6172200" y="387705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carries all enforcement.</a:t>
            </a:r>
            <a:endParaRPr lang="en-US" sz="730" dirty="0"/>
          </a:p>
        </p:txBody>
      </p:sp>
      <p:sp>
        <p:nvSpPr>
          <p:cNvPr id="26" name="Text 2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MODEL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rises with the risk of the action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gateway serves lookups freely and keeps money movements inside the approval lines that already exist.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4572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summarize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 default within the customer's permission scope. Balances, receipts, tasks, documents.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requests. Value with no new risk.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508760"/>
            <a:ext cx="45720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REGISTER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change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prepares; the customer confirms before anything is written. Settlement drafts, task registration, action requests.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is enforced by the gateway, not by the prompt.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1508760"/>
            <a:ext cx="457200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· SETTLE · EXECUTE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money, commit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executed by the assistant alone. The request enters the product's own approval line and limits; the assistant reports the outcome.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controls stay the controls.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370332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7947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ON, WHATEVER THE TIER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activation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tools a customer needs are visible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26517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scoping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limited to the customer's own data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47091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identity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7091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sees the real user, not a shared key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refusals and sign-ins, with reasons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three ways to expose it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registered products can be offered as one catalogue, as a package per customer group, or as a single product's own MCP server.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7276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677924"/>
            <a:ext cx="210312" cy="2103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14356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catalogue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389120" y="143560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the customer is entitled to, in one connector. For power users and internal teams.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11480" y="237744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360" y="2624328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" y="2729484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88720" y="2487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per customer group or product line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8803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/mcp/&lt;group&gt;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4389120" y="248716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chosen set of products on its own address with its own sign-in rule and entitlement. One connector for a customer segment, a domain package, or a partner.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411480" y="342900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94360" y="367588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" y="3781044"/>
            <a:ext cx="210312" cy="21031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35387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product as its own MCP server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1188720" y="3931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/mcp/&lt;product&gt;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4389120" y="353872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tool names, the shape a vendor's own MCP app has in claude.ai or ChatGPT. Exposed or withdrawn in seconds, no release.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411480" y="44805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are routing decisions on the same control layer, so policy, identity and audit are identical whichever way a product is offered.</a:t>
            </a:r>
            <a:endParaRPr lang="en-US" sz="850" dirty="0"/>
          </a:p>
        </p:txBody>
      </p:sp>
      <p:sp>
        <p:nvSpPr>
          <p:cNvPr id="24" name="Text 19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5" name="Text 20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cases: domain packages and what customers ask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a set of products activated together. These are the use cases we propose; each one is delivered through the same registry and control model.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83210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347472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customer 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tier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Expense &amp; Collaboration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Bizplay · COOCON · FLOW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“Find this month's items missing receipts, verify the payees, and ask the responsible teams to act.”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 Management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Gyeongrinara · COOCON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“Summarize this month's sales, outstanding invoices and what is due this week.”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Treasury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Q · InhouseBank Q · Dashboard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“Cash position across accounts this morning; prepare the transfers that need approval.”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Approval-based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 Administration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rERP Q · RCMS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“Check this research expense against the rules before I submit it.”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control · Rules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42976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tier column is the control model applied per package: what customers may look up freely, what they confirm, and what stays inside approval lines.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SCOPE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scope: three circles of connection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 and one control model serve all three. Each circle adds use cases without adding a new kind of integration.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Bizplay, COOCON, FLOW, Gyeongrinara, Branch Q, InhouseBank Q, rERP Q. Domain packages activated customer by customer.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“Find this month's items missing receipts, verify the payees in COOCON, and ask the teams in FLOW to act.”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9067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900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342900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290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93192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ERP, HR, groupware, tax. Registered in the same registry, governed by the same policy, so a customer's whole workflow completes in one place.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“Close the month: pull payroll from the HR system, match it to the bank records, and draft the tax filing.”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2531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76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364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263640" y="150876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Customers' own APIs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customer's in-house systems sit beside the group's products. The gateway becomes the customer's AI integration layer.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“Compare our own order system with the settlements received this week and list what is unpaid.”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11480" y="379476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8679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CONDITION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0690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is open to third parties: a partner adds value by registering a product, a customer by registering its own systems. An ecosystem forms when others build on the control layer, not when Webcash connects everything itself. The group's asset is the control layer: identity, policy and audit that every connection inherits.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point: the mechanism runs today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pilot on the expense and collaboration package, built with the AI Convergence Lab and used from real assistants.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behind one address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 TravelExpense and Compliance, FLOW, COOCON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51460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9748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generated or proxied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OpenAPI specs and one existing MCP server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61772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for the customer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against the gateway; per-product credentials brokered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72084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0372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policy, scoping, brokering, audit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11480" y="2926080"/>
            <a:ext cx="53949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0358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END TO END, IN ONE CHAT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273552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status from FLOW, spending from COOCON, trips and receipts from Bizplay, compliance rules on the card records, one dashboard at the end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refused until an admin enabled it with confirmation; a cross-organization lookup refused before it left the gateway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from claude.ai and ChatGPT with the gateway's own sign-in; every step in the audit and sign-in logs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989320" y="2926080"/>
            <a:ext cx="2743200" cy="1691640"/>
          </a:xfrm>
          <a:prstGeom prst="roundRect">
            <a:avLst>
              <a:gd name="adj" fmla="val 3243"/>
            </a:avLst>
          </a:prstGeom>
          <a:solidFill>
            <a:srgbClr val="E6F4F1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303580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DEMONSTRATES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3273552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 layer works with real products, real assistants and three different authentication kinds, without changing any product. Adding the next package is registration, not development.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pilot to group platform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tracks over the next phase, each with something measurable at the end.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2651760" cy="3246120"/>
          </a:xfrm>
          <a:prstGeom prst="roundRect">
            <a:avLst>
              <a:gd name="adj" fmla="val 2069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55905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federated to group SSO (OIDC)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a vault, state in a database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Per-product isolation and quotas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 per customer and product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dashboard and alerting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46120" y="1280160"/>
            <a:ext cx="2651760" cy="3246120"/>
          </a:xfrm>
          <a:prstGeom prst="roundRect">
            <a:avLst>
              <a:gd name="adj" fmla="val 2069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2900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012" y="155905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3192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Management: Gyeongrinara, COOCON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Treasury: Branch Q, InhouseBank Q, Dashboard, with approval-line integration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Administration: rERP Q, RCMS, rule-based control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partner SaaS in the registry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080760" y="1280160"/>
            <a:ext cx="2651760" cy="3246120"/>
          </a:xfrm>
          <a:prstGeom prst="roundRect">
            <a:avLst>
              <a:gd name="adj" fmla="val 2069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6364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652" y="1559052"/>
            <a:ext cx="192024" cy="1920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76656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evaluation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accuracy as the catalogue passes 100 tools: curated descriptions vs retrieval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policy for agents, not only enforced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latency of multi-product chains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one customer department: time saved per task, refusal and error rates</a:t>
            </a:r>
            <a:endParaRPr lang="en-US" sz="850" dirty="0"/>
          </a:p>
        </p:txBody>
      </p:sp>
      <p:sp>
        <p:nvSpPr>
          <p:cNvPr id="20" name="Text 1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926080"/>
            <a:ext cx="3840480" cy="3840480"/>
          </a:xfrm>
          <a:prstGeom prst="ellipse">
            <a:avLst/>
          </a:prstGeom>
          <a:solidFill>
            <a:srgbClr val="0F766E">
              <a:alpha val="14000"/>
            </a:srgbClr>
          </a:solidFill>
          <a:ln w="12700">
            <a:solidFill>
              <a:srgbClr val="0F766E">
                <a:alpha val="14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28016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their assistant.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keep their APIs.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keeps control.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one sign-in, one audit trail, across every Webcash Group product and, later, its partners and customers.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portal: mcp-portal.aiconvergencelab.com   ·   Code: github.com/Chansokheang/MCP_Server_Portal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MCP-based AI Gateway</dc:title>
  <dc:subject>PptxGenJS Presentation</dc:subject>
  <dc:creator>Webcash Group × AI Convergence Lab, CBNU</dc:creator>
  <cp:lastModifiedBy>Webcash Group × AI Convergence Lab, CBNU</cp:lastModifiedBy>
  <cp:revision>1</cp:revision>
  <dcterms:created xsi:type="dcterms:W3CDTF">2026-09-17T04:50:01Z</dcterms:created>
  <dcterms:modified xsi:type="dcterms:W3CDTF">2026-09-17T04:50:01Z</dcterms:modified>
</cp:coreProperties>
</file>