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Webcash products become tools inside Claude, ChatGPT and other assistants, behind one control layer the group operates.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level, not product level. The cost of doing nothing is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slide: customers stay where they work, the group runs one control layer, products are registered rather than rebuilt.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the fourth row: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a product team does once. Right: what happens on every single call. The right side is the security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 One process, six layers. FastMCP and Starlette in Python; the state store is a file today and a database on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identity slide answers 'where do the credentials live'. Customer side: one OAuth sign-in against the gateway. Product side: four ways the gateway gets in, chosen per product at registration.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first question a finance-group reviewer asks: 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a product decision, not an engineering one: the same registry can be sliced for a customer segment or offered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 The example questions are the kind of thing a finance or admin team asks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 The strategic asset is the control layer everything inherits.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slide about the pilot. It exists to show the mechanism is real; the rest of the deck is the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the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280160"/>
            <a:ext cx="4206240" cy="4206240"/>
          </a:xfrm>
          <a:prstGeom prst="ellipse">
            <a:avLst/>
          </a:prstGeom>
          <a:solidFill>
            <a:srgbClr val="0F766E">
              <a:alpha val="22000"/>
            </a:srgbClr>
          </a:solidFill>
          <a:ln w="12700">
            <a:solidFill>
              <a:srgbClr val="0F766E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468880"/>
            <a:ext cx="2926080" cy="29260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road from pilot to platform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for the customer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after. 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loops: a product team registers once; the gateway serves every request after that.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PRODUCT, ONCE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819656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783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00253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product's OpenAPI spec, or the address of its MCP server. Say how it is protected.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594360" y="2478024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78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4414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66090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operation, or the server's own list. Lookups start on; anything that changes data starts off.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594360" y="3136392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36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09981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and classify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31927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tool. Mark risk: lookup, draft, execute.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4360" y="3794760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7581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per customer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397764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customers and roles see which tools. A gateway address per product line or customer group.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effect on the next request. No release, no restart.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70916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9204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REQUEST, EVERY TIME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92040" y="181051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1810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285232" y="17830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285232" y="198424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4892040" y="234086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92040" y="2340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285232" y="23134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285232" y="25146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4892040" y="2871216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9204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285232" y="284378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285232" y="3044952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refused; results for other organizations are removed.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4892040" y="340156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285232" y="337413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the credential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285232" y="357530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receives its own credential for this customer, never the AI vendor's token.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4892040" y="39319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9204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5285232" y="390448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285232" y="410565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8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generation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→ tools · existing MCP servers proxied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such as Claude and ChatGPT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person. It is short-lived, refreshed automatically, and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three ways to expose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registered products can be offered as one catalogue, as a package per customer group, or as a single product's own MCP server.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7276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677924"/>
            <a:ext cx="210312" cy="2103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1435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catalogue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89120" y="143560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the customer is entitled to, in one connector. For power users and internal teams.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1480" y="237744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2624328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72948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88720" y="2487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per customer group or product line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880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/mcp/&lt;group&gt;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48716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chosen set of products on its own address with its own sign-in rule and entitlement. One connector for a customer segment, a domain package, or a partner.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11480" y="342900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94360" y="367588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781044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3538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product as its own MCP server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1188720" y="3931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/mcp/&lt;product&gt;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389120" y="353872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tool names, the shape a vendor's own MCP app has in claude.ai or ChatGPT. Exposed or withdrawn in seconds, no release.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routing decisions on the same control layer, so policy, identity and audit are identical whichever way a product is offered.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 first is running; the others reuse the same registration path.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3200400"/>
                <a:gridCol w="105156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(pilot)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path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registered spec is the whole integration, each further connection costs less than the last.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325880"/>
            <a:ext cx="2651760" cy="20116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0116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30358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1480" y="3520440"/>
            <a:ext cx="83210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630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8404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point: the mechanism runs today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pilot on the expense and collaboration package, built with the AI Convergence Lab and used from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TravelExpense and Compliance, FLOW, COOCON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51460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generated or proxied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OpenAPI specs and one existing MCP server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61772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against the gateway; per-product credentials brokered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72084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policy, scoping, brokering, audit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11480" y="292608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0358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END TO END, IN ONE CHAT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273552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 from FLOW, spending from COOCON, trips and receipts from Bizplay, compliance rules on the card records, one dashboard at the end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refused until an admin enabled it with confirmation; a cross-organization lookup refused before it left the gateway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from claude.ai and ChatGPT with the gateway's own sign-in; every step in the audit and sign-in logs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89320" y="2926080"/>
            <a:ext cx="2743200" cy="1691640"/>
          </a:xfrm>
          <a:prstGeom prst="roundRect">
            <a:avLst>
              <a:gd name="adj" fmla="val 3243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30358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DEMONSTRATES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3273552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layer works with real products, real assistants and three different authentication kinds, without changing any product. Adding the next package is registration, not development.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pilot to group platform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tracks over the next phase,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926080"/>
            <a:ext cx="3840480" cy="38404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28016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portal: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2026-09-17T02:53:30Z</dcterms:created>
  <dcterms:modified xsi:type="dcterms:W3CDTF">2026-09-17T02:53:30Z</dcterms:modified>
</cp:coreProperties>
</file>