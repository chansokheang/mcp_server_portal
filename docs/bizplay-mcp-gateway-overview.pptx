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in one line: a gateway that lets AI assistants such as Claude or ChatGPT use a company's existing systems safely, through one connector. Built and running at mcp-portal.aiconvergencelab.com.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problems the gateway solves: heterogeneous systems and auth, missing enterprise identity in agents, and no governance or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are from the running system: four backends on the WC_Group gateway, 72 tools listed, three authentication kinds (OAuth per user, login endpoint, open/bearer), and one sign-in for the employee.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any MCP client. Middle: the gateway process, with its layers from endpoints down to audit. Right: the connected systems, each with a different authentication kind. The gateway is the only thing the client talks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onboarding path. Emphasize that the backend is never modified and that nothing restarts.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sides of identity: how the employee gets in (one OAuth sign-in against the gateway), and how the gateway gets into each backend on their behalf.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Governance is enforced in the gateway, not in the client or in the prompt. Point out that denials are auditable with the rule that fired.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that deployment is virtual: same process, different routes. The roadmap slide proposes real 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systems, four different integration stories, one gateway. Tool counts are what the WC_Group gateway lists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 script is in the repository under docs/demo-wc-group.md, with prompts in English and Korean.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rather than claims: tests, live integration with real products, and the observability pages.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proposal: what is needed to move from prototype to platform, the research questions the prototype makes measurable, and the adoption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463040"/>
            <a:ext cx="5486400" cy="5486400"/>
          </a:xfrm>
          <a:prstGeom prst="ellipse">
            <a:avLst/>
          </a:prstGeom>
          <a:solidFill>
            <a:srgbClr val="2F6BFF">
              <a:alpha val="20000"/>
            </a:srgbClr>
          </a:solidFill>
          <a:ln w="12700">
            <a:solidFill>
              <a:srgbClr val="2F6BF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3291840"/>
            <a:ext cx="3840480" cy="3840480"/>
          </a:xfrm>
          <a:prstGeom prst="ellipse">
            <a:avLst/>
          </a:prstGeom>
          <a:solidFill>
            <a:srgbClr val="2F6BFF">
              <a:alpha val="12000"/>
            </a:srgbClr>
          </a:solidFill>
          <a:ln w="12700">
            <a:solidFill>
              <a:srgbClr val="2F6BFF">
                <a:alpha val="12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Bizplay MCP Gateway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97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connector between AI agents and a company's business systems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introduction: architecture, what is implemented, and proposed work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120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Convergence Lab, Chungbuk National University  ×  Bizplay (Webcash Group)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gateway: AI agents meet enterprise reality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want their employees to use AI assistants on real work: projects, expenses, finance data, compliance. Each system is reachable, but not by an agent, and not safely.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60320"/>
            <a:ext cx="548640" cy="548640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691994"/>
            <a:ext cx="285293" cy="28529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291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system speaks differently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97764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with OpenAPI specs, existing MCP servers, each with its own authentication: OAuth, service tokens, username-and-password logins.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97680" y="224028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2560320"/>
            <a:ext cx="548640" cy="54864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674" y="269199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72000" y="3291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carry no enterprise identity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97764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 assistant does not know who the employee is, which company they belong to, or which data they may see. Pasting tokens into chat tools is the usual workaround.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46720" y="224028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21040" y="2560320"/>
            <a:ext cx="548640" cy="5486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714" y="269199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21040" y="3291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control, no record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397764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tools an assistant may call, whether a write needs confirmation, and what it did are not governed anywhere once a connector is added.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Bizplay MCP Gateway  ·  AI Convergence Lab, Chungbuk National University  ·  2026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self-service portal and gateway. An admin registers a company's APIs and MCP servers once; employees add one connector to their AI assistant and sign in with their company account. Everything they do goes through policy and into an audit log.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8346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292608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systems behind one URL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77640" y="269748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206240" y="28346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292608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generated or proxied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" y="44348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452628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kinds of backend authentication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0" y="429768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206240" y="44348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800" dirty="0"/>
          </a:p>
        </p:txBody>
      </p:sp>
      <p:sp>
        <p:nvSpPr>
          <p:cNvPr id="16" name="Text 14"/>
          <p:cNvSpPr txBox="1"/>
          <p:nvPr/>
        </p:nvSpPr>
        <p:spPr>
          <a:xfrm>
            <a:off x="5440680" y="452628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for the employee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325880"/>
            <a:ext cx="3840480" cy="4617720"/>
          </a:xfrm>
          <a:prstGeom prst="roundRect">
            <a:avLst>
              <a:gd name="adj" fmla="val 1905"/>
            </a:avLst>
          </a:prstGeom>
          <a:solidFill>
            <a:srgbClr val="1B2A4A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046720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0" y="2103120"/>
            <a:ext cx="402336" cy="402336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3281" y="2199681"/>
            <a:ext cx="209215" cy="209215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595360" y="202996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mcp-portal.aiconvergencelab.com, HTTPS behind nginx, Docker Compose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046720" y="3035808"/>
            <a:ext cx="402336" cy="402336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281" y="3132369"/>
            <a:ext cx="209215" cy="209215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8595360" y="2962656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claude.ai, ChatGPT, Claude Desktop and Claude Code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8046720" y="3968496"/>
            <a:ext cx="402336" cy="402336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3281" y="4065057"/>
            <a:ext cx="209215" cy="209215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8595360" y="389534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(flow.team), COOCON, TravelExpense and Compliance connected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8046720" y="4901184"/>
            <a:ext cx="402336" cy="402336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281" y="4997745"/>
            <a:ext cx="209215" cy="209215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595360" y="482803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automated tests covering the gateway, portal, OAuth and policy</a:t>
            </a:r>
            <a:endParaRPr lang="en-US" sz="1250" dirty="0"/>
          </a:p>
        </p:txBody>
      </p:sp>
      <p:sp>
        <p:nvSpPr>
          <p:cNvPr id="31" name="Text 25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Bizplay MCP Gateway  ·  AI Convergence Lab, Chungbuk National University  ·  2026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377440" cy="457200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9659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7432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352044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5204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429768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2976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507492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50749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MCP client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429000" y="1371600"/>
            <a:ext cx="530352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611880" y="1508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+ portal (one Python process, FastMCP + Starlette)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11880" y="1938528"/>
            <a:ext cx="4937760" cy="621792"/>
          </a:xfrm>
          <a:prstGeom prst="roundRect">
            <a:avLst>
              <a:gd name="adj" fmla="val 7353"/>
            </a:avLst>
          </a:prstGeom>
          <a:solidFill>
            <a:srgbClr val="F4F6FA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03320" y="1938528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193852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/mcp shared  ·  /mcp/&lt;gateway&gt; named sets  ·  /mcp/&lt;api&gt; single API as its own MCP server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11880" y="2642616"/>
            <a:ext cx="4937760" cy="621792"/>
          </a:xfrm>
          <a:prstGeom prst="roundRect">
            <a:avLst>
              <a:gd name="adj" fmla="val 7353"/>
            </a:avLst>
          </a:prstGeom>
          <a:solidFill>
            <a:srgbClr val="F4F6FA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703320" y="2642616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2642616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2.1 authorization server (PKCE, dynamic registration, refresh) issuing agent tokens bound to an employee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11880" y="3346704"/>
            <a:ext cx="4937760" cy="621792"/>
          </a:xfrm>
          <a:prstGeom prst="roundRect">
            <a:avLst>
              <a:gd name="adj" fmla="val 7353"/>
            </a:avLst>
          </a:prstGeom>
          <a:solidFill>
            <a:srgbClr val="E8EEFF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703320" y="3346704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029200" y="334670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 by group or company at gateway, backend and tool level  ·  writes off by default, confirm-before-call  ·  company scoping on inputs and outputs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11880" y="4050792"/>
            <a:ext cx="4937760" cy="621792"/>
          </a:xfrm>
          <a:prstGeom prst="roundRect">
            <a:avLst>
              <a:gd name="adj" fmla="val 7353"/>
            </a:avLst>
          </a:prstGeom>
          <a:solidFill>
            <a:srgbClr val="F4F6FA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703320" y="4050792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auth broker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029200" y="405079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OAuth links with refresh  ·  login-endpoint sign-in with cached JWTs  ·  service tokens  ·  never the caller's token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11880" y="4754880"/>
            <a:ext cx="4937760" cy="621792"/>
          </a:xfrm>
          <a:prstGeom prst="roundRect">
            <a:avLst>
              <a:gd name="adj" fmla="val 7353"/>
            </a:avLst>
          </a:prstGeom>
          <a:solidFill>
            <a:srgbClr val="F4F6FA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703320" y="4754880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generation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029200" y="475488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spec → tools (FastMCP)  ·  existing MCP servers proxied  ·  descriptions editable by admins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11880" y="5458968"/>
            <a:ext cx="4937760" cy="621792"/>
          </a:xfrm>
          <a:prstGeom prst="roundRect">
            <a:avLst>
              <a:gd name="adj" fmla="val 7353"/>
            </a:avLst>
          </a:prstGeom>
          <a:solidFill>
            <a:srgbClr val="F4F6FA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703320" y="5458968"/>
            <a:ext cx="1325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state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029200" y="5458968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and sign-in step logged  ·  registry, users, tokens, policy in one state store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235440" y="1371600"/>
            <a:ext cx="2377440" cy="4572000"/>
          </a:xfrm>
          <a:prstGeom prst="roundRect">
            <a:avLst>
              <a:gd name="adj" fmla="val 3077"/>
            </a:avLst>
          </a:prstGeom>
          <a:solidFill>
            <a:srgbClr val="F4F6FA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941832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systems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418320" y="196596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528048" y="2267712"/>
            <a:ext cx="146304" cy="146304"/>
          </a:xfrm>
          <a:prstGeom prst="ellipse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765792" y="20391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9765792" y="23500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server, OAuth per user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418320" y="297180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528048" y="3273552"/>
            <a:ext cx="146304" cy="146304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765792" y="30449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COOCON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9765792" y="33558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REST, login endpoint, JWT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418320" y="397764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528048" y="4279392"/>
            <a:ext cx="146304" cy="146304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765792" y="40507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TravelExpense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9765792" y="436168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REST, OpenAPI, company scoped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418320" y="498348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528048" y="5285232"/>
            <a:ext cx="146304" cy="146304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765792" y="50566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BZP Compliance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9765792" y="53675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rule engine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971800" y="3474720"/>
            <a:ext cx="411480" cy="365760"/>
          </a:xfrm>
          <a:prstGeom prst="rightArrow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0" y="3474720"/>
            <a:ext cx="411480" cy="365760"/>
          </a:xfrm>
          <a:prstGeom prst="rightArrow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to right: the client speaks MCP over HTTPS and signs in once; the gateway substitutes each system's own credential for every call it forwards.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Bizplay MCP Gateway  ·  AI Convergence Lab, Chungbuk National University  ·  2026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existing API to an AI tool in five steps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is written for a backend. Registration is a form; the rest is generated and takes effect on the next request.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103120" cy="30175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377440"/>
            <a:ext cx="566928" cy="56692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08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56616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OpenAPI spec, or the URL of an existing MCP server. Choose how it is protected.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70048" y="3703320"/>
            <a:ext cx="128016" cy="219456"/>
          </a:xfrm>
          <a:prstGeom prst="rightArrow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98064" y="2103120"/>
            <a:ext cx="2103120" cy="30175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26664" y="2377440"/>
            <a:ext cx="566928" cy="56692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26664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026664" y="3108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appear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026664" y="356616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 per operation, or the server's own list. Reads are on; writes stay off until enabled.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19472" y="3703320"/>
            <a:ext cx="128016" cy="219456"/>
          </a:xfrm>
          <a:prstGeom prst="rightArrow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47488" y="2103120"/>
            <a:ext cx="2103120" cy="30175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76088" y="2377440"/>
            <a:ext cx="566928" cy="56692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76088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276088" y="3108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policy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276088" y="356616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may use it (groups, companies), which tools, confirmation on writes, descriptions the model reads.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68896" y="3703320"/>
            <a:ext cx="128016" cy="219456"/>
          </a:xfrm>
          <a:prstGeom prst="rightArrow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96912" y="2103120"/>
            <a:ext cx="2103120" cy="30175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25512" y="2377440"/>
            <a:ext cx="566928" cy="56692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25512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525512" y="3108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525512" y="356616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on the shared endpoint immediately. No restart, no deployment pipeline.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418320" y="3703320"/>
            <a:ext cx="128016" cy="219456"/>
          </a:xfrm>
          <a:prstGeom prst="rightArrow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46336" y="2103120"/>
            <a:ext cx="2103120" cy="30175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774936" y="2377440"/>
            <a:ext cx="566928" cy="56692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774936" y="2377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9774936" y="3108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774936" y="356616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 to a named gateway for a team, or deploy it as an MCP server of its own with plain tool names.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registering COOCON (10 operations) to a working MCP server took under a minute, including the connection test.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Bizplay MCP Gateway  ·  AI Convergence Lab, Chungbuk National University  ·  2026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and authentication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00200"/>
            <a:ext cx="457200" cy="45720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7099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600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side: one sign-in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24028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directory holds each employee's role, company and access groups. Tokens copy these, so they are set once per person.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and ChatGPT cannot send a static token, so the gateway is an OAuth 2.1 authorization server: discovery, self-registration of the client, the portal's sign-in page, PKCE, refresh tokens.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token a client receives is an agent token bound to that person: every call carries who they are, their company and groups. Revocable on one page.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can also issue tokens and link accounts themselves on a self-service page.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32588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60020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170992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32320" y="1600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side: the gateway holds the keys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6537960" y="2240280"/>
            <a:ext cx="4800600" cy="731520"/>
          </a:xfrm>
          <a:prstGeom prst="roundRect">
            <a:avLst>
              <a:gd name="adj" fmla="val 6250"/>
            </a:avLst>
          </a:prstGeom>
          <a:solidFill>
            <a:srgbClr val="F4F6FA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675120" y="22402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per user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8046720" y="22402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employee links their own account (Flow). Tokens refreshed by the gateway; never shared between people.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537960" y="3044952"/>
            <a:ext cx="4800600" cy="731520"/>
          </a:xfrm>
          <a:prstGeom prst="roundRect">
            <a:avLst>
              <a:gd name="adj" fmla="val 6250"/>
            </a:avLst>
          </a:prstGeom>
          <a:solidFill>
            <a:srgbClr val="F4F6FA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675120" y="304495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endpoint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8046720" y="304495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with their own username-and-password sign-in (COOCON). The gateway signs in, caches the JWT, re-signs on expiry or 401. Service account or per user.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537960" y="3849624"/>
            <a:ext cx="4800600" cy="731520"/>
          </a:xfrm>
          <a:prstGeom prst="roundRect">
            <a:avLst>
              <a:gd name="adj" fmla="val 6250"/>
            </a:avLst>
          </a:prstGeom>
          <a:solidFill>
            <a:srgbClr val="F4F6FA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675120" y="3849624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token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8046720" y="3849624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credential the gateway sends, rotated on the Security page.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537960" y="4654296"/>
            <a:ext cx="4800600" cy="731520"/>
          </a:xfrm>
          <a:prstGeom prst="roundRect">
            <a:avLst>
              <a:gd name="adj" fmla="val 6250"/>
            </a:avLst>
          </a:prstGeom>
          <a:solidFill>
            <a:srgbClr val="F4F6FA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675120" y="4654296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 network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8046720" y="4654296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or network-isolated APIs; the gateway carries all enforcement.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6537960" y="55046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caller's own token never reaches a backend; the gateway substitutes the right credential for each system.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Bizplay MCP Gateway  ·  AI Convergence Lab, Chungbuk National University  ·  2026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Governance: what an agent may do, and proof of what it did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556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645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 at three levels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402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may open a gateway, who may see a backend, who may see a tool: by access group or by company. Checked on every request.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14173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64592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75564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20640" y="1645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are opt-in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2402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that change data start disabled. An admin enables them one by one, optionally with confirm-before-call.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4173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1645920"/>
            <a:ext cx="457200" cy="45720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175564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869680" y="1645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scoping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2402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argument naming another company is refused; rows for other companies are dropped from results. The model cannot ask its way around it.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56616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7947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90448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71600" y="3794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descriptions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3891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rewrite what the model reads about a tool, so it picks the right one among 72.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97680" y="356616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3794760"/>
            <a:ext cx="457200" cy="45720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3904488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120640" y="3794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4526280" y="43891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call: who, which tool, arguments, outcome and reason. Denials are recorded with the rule that fired.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46720" y="356616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75320" y="3794760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8" y="3904488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869680" y="3794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changes</a:t>
            </a:r>
            <a:endParaRPr lang="en-US" sz="1450" dirty="0"/>
          </a:p>
        </p:txBody>
      </p:sp>
      <p:sp>
        <p:nvSpPr>
          <p:cNvPr id="33" name="Text 25"/>
          <p:cNvSpPr txBox="1"/>
          <p:nvPr/>
        </p:nvSpPr>
        <p:spPr>
          <a:xfrm>
            <a:off x="8275320" y="43891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Policy, entitlement, publishing and deployment apply on the next request. The gateway never restarts for configuration.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Bizplay MCP Gateway  ·  AI Convergence Lab, Chungbuk National University  ·  2026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expose the same backends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9147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554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gateway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057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/mcp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15544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published backend the caller is entitled to, tool names prefixed by backend. The default connector for an admin or a power user.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260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337560"/>
            <a:ext cx="548640" cy="54864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34" y="346923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0020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gateway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1600200" y="3611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/mcp/wc-group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937760" y="31089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chosen set of backends on its own URL, with its own token requirement and entitlement. One connector per team or product line.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44805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4892040"/>
            <a:ext cx="548640" cy="5486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502371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00200" y="4663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API as MCP server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1600200" y="5166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/mcp/coocon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4937760" y="46634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backend with plain tool names, the shape a vendor's own MCP app has. Deploy and undeploy in seconds.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served by the one gateway process, so exposure is a routing decision, not a deployment. Isolation per API (a container each) is proposed work, see roadmap.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Bizplay MCP Gateway  ·  AI Convergence Lab, Chungbuk National University  ·  2026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Implemented: four business systems on one gateway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3200400"/>
                <a:gridCol w="731520"/>
                <a:gridCol w="3200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was connected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an employee can 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 (flow.team)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collaboration: tasks, posts, calendars, wiki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MCP server, proxied. Each employee links their own Flow account (OAuth), refreshed by the gateway.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"Summarize what happened in project X since August 1."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COOCON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data scraping: bank, card, Hometax, insurance, by project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 with its own login endpoint and JWTs. Tools generated from the OpenAPI spec; login excluded from tools.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"Totals per source for the monthly close, and the largest withdrawals."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TravelExpense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trip plans, settlements, personal-card receipts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API, OpenAPI spec. Company scoping applied on every call.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"Match my receipts to my approved trips and flag the rest."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BZP Compliance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engine: split payment, nighttime, spending limit, holiday, audits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API, OpenAPI spec. Four checks enabled with admin-written descriptions.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"Run the rules on these card records and show failures."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are registered without changing the systems themselves. Flow is a real production SaaS; COOCON is a faithful mock of a scraping provider; TravelExpense and Compliance are the lab's own services.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Bizplay MCP Gateway  ·  AI Convergence Lab, Chungbuk National University  ·  2026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Demonstrated: one chat across four systems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 signs in once from claude.ai and works through a real month. Every step ran against the live gateway.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2103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13232" y="265176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 since August 1: 22 tasks, waiting vs in progress, latest items.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70048" y="2103120"/>
            <a:ext cx="128016" cy="219456"/>
          </a:xfrm>
          <a:prstGeom prst="rightArrow">
            <a:avLst/>
          </a:prstGeom>
          <a:solidFill>
            <a:srgbClr val="7A8593"/>
          </a:solidFill>
          <a:ln w="12700">
            <a:solidFill>
              <a:srgbClr val="7A85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98064" y="196596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98064" y="1965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COOCON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98064" y="2560320"/>
            <a:ext cx="2103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962656" y="265176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projects for the company, totals per source, largest withdrawals.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19472" y="2103120"/>
            <a:ext cx="128016" cy="219456"/>
          </a:xfrm>
          <a:prstGeom prst="rightArrow">
            <a:avLst/>
          </a:prstGeom>
          <a:solidFill>
            <a:srgbClr val="7A8593"/>
          </a:solidFill>
          <a:ln w="12700">
            <a:solidFill>
              <a:srgbClr val="7A85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47488" y="196596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47488" y="1965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TravelExpense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47488" y="2560320"/>
            <a:ext cx="2103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212080" y="265176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trips matched against personal-card receipts, unmatched ones flagged.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68896" y="2103120"/>
            <a:ext cx="128016" cy="219456"/>
          </a:xfrm>
          <a:prstGeom prst="rightArrow">
            <a:avLst/>
          </a:prstGeom>
          <a:solidFill>
            <a:srgbClr val="7A8593"/>
          </a:solidFill>
          <a:ln w="12700">
            <a:solidFill>
              <a:srgbClr val="7A85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96912" y="196596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96912" y="1965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96912" y="2560320"/>
            <a:ext cx="2103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461504" y="265176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records from COOCON run through four rules, as a pass/fail table.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18320" y="2103120"/>
            <a:ext cx="128016" cy="219456"/>
          </a:xfrm>
          <a:prstGeom prst="rightArrow">
            <a:avLst/>
          </a:prstGeom>
          <a:solidFill>
            <a:srgbClr val="7A8593"/>
          </a:solidFill>
          <a:ln w="12700">
            <a:solidFill>
              <a:srgbClr val="7A85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46336" y="196596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546336" y="1965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546336" y="2560320"/>
            <a:ext cx="2103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710928" y="265176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 turns the four answers into an interactive chart.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06908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4F6FA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2296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shown in the same chat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22960" y="4663440"/>
            <a:ext cx="384048" cy="384048"/>
          </a:xfrm>
          <a:prstGeom prst="ellipse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132" y="4755612"/>
            <a:ext cx="199705" cy="199705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325880" y="459028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to start a scraping job: refused, the write tool is disabled. Enable it in the portal with confirmation, ask again: it runs. No restart.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480560" y="4663440"/>
            <a:ext cx="384048" cy="38404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732" y="4755612"/>
            <a:ext cx="199705" cy="199705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4983480" y="459028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another company's data: refused before it leaves the gateway, with the reason in the audit log.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8138160" y="4663440"/>
            <a:ext cx="384048" cy="384048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0332" y="4755612"/>
            <a:ext cx="199705" cy="199705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8641080" y="4590288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the session on the Agent Tokens page: the next prompt fails until the employee signs in again.</a:t>
            </a:r>
            <a:endParaRPr lang="en-US" sz="1050" dirty="0"/>
          </a:p>
        </p:txBody>
      </p:sp>
      <p:sp>
        <p:nvSpPr>
          <p:cNvPr id="40" name="Text 35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Bizplay MCP Gateway  ·  AI Convergence Lab, Chungbuk National University  ·  2026</a:t>
            </a:r>
            <a:endParaRPr lang="en-US" sz="900" dirty="0"/>
          </a:p>
        </p:txBody>
      </p:sp>
      <p:sp>
        <p:nvSpPr>
          <p:cNvPr id="41" name="Text 36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know it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7666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645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3172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tests run on every change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OAuth flow: discovery, registration, PKCE, refresh, revocation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and service-account backend sign-in, expiry, 401 recovery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Entitlement, tool policy, company scoping, standalone servers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MCP backend driven through the served gateway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137160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645920"/>
            <a:ext cx="502920" cy="502920"/>
          </a:xfrm>
          <a:prstGeom prst="ellipse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981" y="176662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66360" y="1645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integration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33172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on the lab server behind nginx with TLS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from claude.ai and ChatGPT as custom connectors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production MCP server linked with a real account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refresh and header handling verified against Flow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37160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1645920"/>
            <a:ext cx="502920" cy="5029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6021" y="176662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15400" y="1645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visibility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33172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charts: calls per day, per backend, tools enabled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of every call with outcome and reason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log of every step an MCP client took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checklist and connection tests per backend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Bizplay MCP Gateway  ·  AI Convergence Lab, Chungbuk National University  ·  2026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working prototype to a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24365E"/>
          </a:solidFill>
          <a:ln w="9525">
            <a:solidFill>
              <a:srgbClr val="2F4A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812341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691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hardening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7744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in a vault, state in a database instead of a JSON file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federated to the company's SSO (OIDC)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Per-API container isolation for deployed MCP servers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 and quotas per token and per backend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141732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24365E"/>
          </a:solidFill>
          <a:ln w="9525">
            <a:solidFill>
              <a:srgbClr val="2F4A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26280" y="1691640"/>
            <a:ext cx="502920" cy="50292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981" y="181234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66360" y="1691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37744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 accuracy as the catalogue grows past 100 tools: curated descriptions vs retrieval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for agents: can policy be verified, not just enforced?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latency of multi-step, multi-system chains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brokering patterns for heterogeneous enterprise APIs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41732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24365E"/>
          </a:solidFill>
          <a:ln w="9525">
            <a:solidFill>
              <a:srgbClr val="2F4A8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75320" y="1691640"/>
            <a:ext cx="502920" cy="50292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6021" y="181234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15400" y="1691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37744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Bizplay's remaining services and partner APIs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one department, measure time saved per task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set of realistic employee prompts across systems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C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and English portal, already in place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Portal: https://mcp-portal.aiconvergencelab.com   ·   Code: github.com/Chansokheang/MCP_Server_Portal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Bizplay MCP Gateway</dc:title>
  <dc:subject>PptxGenJS Presentation</dc:subject>
  <dc:creator>AI Convergence Lab, CBNU</dc:creator>
  <cp:lastModifiedBy>AI Convergence Lab, CBNU</cp:lastModifiedBy>
  <cp:revision>1</cp:revision>
  <dcterms:created xsi:type="dcterms:W3CDTF">2026-09-17T02:17:40Z</dcterms:created>
  <dcterms:modified xsi:type="dcterms:W3CDTF">2026-09-17T02:17:40Z</dcterms:modified>
</cp:coreProperties>
</file>